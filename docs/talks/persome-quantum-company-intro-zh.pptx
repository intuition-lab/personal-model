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c66ecb8a14850" /><Relationship Type="http://schemas.openxmlformats.org/officeDocument/2006/relationships/extended-properties" Target="/docProps/app.xml" Id="Rfd1fcd6b04c142e5" /><Relationship Type="http://schemas.openxmlformats.org/officeDocument/2006/relationships/officeDocument" Target="/ppt/presentation.xml" Id="R2f969e9bd434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45fe2378984f6d"/>
  </p:sldMasterIdLst>
  <p:notesMasterIdLst>
    <p:notesMasterId xmlns:r="http://schemas.openxmlformats.org/officeDocument/2006/relationships" r:id="R67c252cb5a7444e6"/>
  </p:notesMasterIdLst>
  <p:sldIdLst>
    <p:sldId xmlns:r="http://schemas.openxmlformats.org/officeDocument/2006/relationships" id="256" r:id="Ree0778cb0ddd494e"/>
    <p:sldId xmlns:r="http://schemas.openxmlformats.org/officeDocument/2006/relationships" id="257" r:id="Ref4477b423024df1"/>
    <p:sldId xmlns:r="http://schemas.openxmlformats.org/officeDocument/2006/relationships" id="258" r:id="Rd0a6c64cf22c4870"/>
    <p:sldId xmlns:r="http://schemas.openxmlformats.org/officeDocument/2006/relationships" id="259" r:id="R9e58a8e54dce4d90"/>
    <p:sldId xmlns:r="http://schemas.openxmlformats.org/officeDocument/2006/relationships" id="260" r:id="R1be9848724304d6f"/>
    <p:sldId xmlns:r="http://schemas.openxmlformats.org/officeDocument/2006/relationships" id="261" r:id="R4174bc43044f4222"/>
    <p:sldId xmlns:r="http://schemas.openxmlformats.org/officeDocument/2006/relationships" id="262" r:id="R799676c18a23447e"/>
    <p:sldId xmlns:r="http://schemas.openxmlformats.org/officeDocument/2006/relationships" id="263" r:id="R6cce886e48284d14"/>
    <p:sldId xmlns:r="http://schemas.openxmlformats.org/officeDocument/2006/relationships" id="264" r:id="R7c9a128f4fb3458e"/>
    <p:sldId xmlns:r="http://schemas.openxmlformats.org/officeDocument/2006/relationships" id="265" r:id="Rc829340fc48049c7"/>
    <p:sldId xmlns:r="http://schemas.openxmlformats.org/officeDocument/2006/relationships" id="266" r:id="Rfb9812b9ccf84600"/>
    <p:sldId xmlns:r="http://schemas.openxmlformats.org/officeDocument/2006/relationships" id="267" r:id="R80977a46d7b04531"/>
    <p:sldId xmlns:r="http://schemas.openxmlformats.org/officeDocument/2006/relationships" id="268" r:id="Ra258f47ad0344e20"/>
    <p:sldId xmlns:r="http://schemas.openxmlformats.org/officeDocument/2006/relationships" id="269" r:id="R8c53524a071446c0"/>
    <p:sldId xmlns:r="http://schemas.openxmlformats.org/officeDocument/2006/relationships" id="270" r:id="Ra87328df0310479a"/>
    <p:sldId xmlns:r="http://schemas.openxmlformats.org/officeDocument/2006/relationships" id="271" r:id="R4274beff69864e03"/>
    <p:sldId xmlns:r="http://schemas.openxmlformats.org/officeDocument/2006/relationships" id="272" r:id="R3674125bb40e4e52"/>
    <p:sldId xmlns:r="http://schemas.openxmlformats.org/officeDocument/2006/relationships" id="273" r:id="Rc6750a100fc440a2"/>
    <p:sldId xmlns:r="http://schemas.openxmlformats.org/officeDocument/2006/relationships" id="274" r:id="R833879e4fe5f4c5b"/>
    <p:sldId xmlns:r="http://schemas.openxmlformats.org/officeDocument/2006/relationships" id="275" r:id="Rab2ce87fecbf49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34d8d5002479e" /><Relationship Type="http://schemas.openxmlformats.org/officeDocument/2006/relationships/slideMaster" Target="/ppt/slideMasters/slideMaster1.xml" Id="Rcc45fe2378984f6d" /><Relationship Type="http://schemas.openxmlformats.org/officeDocument/2006/relationships/notesMaster" Target="/ppt/notesMasters/notesMaster1.xml" Id="R67c252cb5a7444e6" /><Relationship Type="http://schemas.openxmlformats.org/officeDocument/2006/relationships/presProps" Target="/ppt/presProps.xml" Id="R521c588467694e90" /><Relationship Type="http://schemas.openxmlformats.org/officeDocument/2006/relationships/tableStyles" Target="/ppt/tableStyles.xml" Id="R7b542a27c17e4430" /><Relationship Type="http://schemas.openxmlformats.org/officeDocument/2006/relationships/slide" Target="/ppt/slides/slide1.xml" Id="Ree0778cb0ddd494e" /><Relationship Type="http://schemas.openxmlformats.org/officeDocument/2006/relationships/slide" Target="/ppt/slides/slide2.xml" Id="Ref4477b423024df1" /><Relationship Type="http://schemas.openxmlformats.org/officeDocument/2006/relationships/slide" Target="/ppt/slides/slide3.xml" Id="Rd0a6c64cf22c4870" /><Relationship Type="http://schemas.openxmlformats.org/officeDocument/2006/relationships/slide" Target="/ppt/slides/slide4.xml" Id="R9e58a8e54dce4d90" /><Relationship Type="http://schemas.openxmlformats.org/officeDocument/2006/relationships/slide" Target="/ppt/slides/slide5.xml" Id="R1be9848724304d6f" /><Relationship Type="http://schemas.openxmlformats.org/officeDocument/2006/relationships/slide" Target="/ppt/slides/slide6.xml" Id="R4174bc43044f4222" /><Relationship Type="http://schemas.openxmlformats.org/officeDocument/2006/relationships/slide" Target="/ppt/slides/slide7.xml" Id="R799676c18a23447e" /><Relationship Type="http://schemas.openxmlformats.org/officeDocument/2006/relationships/slide" Target="/ppt/slides/slide8.xml" Id="R6cce886e48284d14" /><Relationship Type="http://schemas.openxmlformats.org/officeDocument/2006/relationships/slide" Target="/ppt/slides/slide9.xml" Id="R7c9a128f4fb3458e" /><Relationship Type="http://schemas.openxmlformats.org/officeDocument/2006/relationships/slide" Target="/ppt/slides/slide10.xml" Id="Rc829340fc48049c7" /><Relationship Type="http://schemas.openxmlformats.org/officeDocument/2006/relationships/slide" Target="/ppt/slides/slide11.xml" Id="Rfb9812b9ccf84600" /><Relationship Type="http://schemas.openxmlformats.org/officeDocument/2006/relationships/slide" Target="/ppt/slides/slide12.xml" Id="R80977a46d7b04531" /><Relationship Type="http://schemas.openxmlformats.org/officeDocument/2006/relationships/slide" Target="/ppt/slides/slide13.xml" Id="Ra258f47ad0344e20" /><Relationship Type="http://schemas.openxmlformats.org/officeDocument/2006/relationships/slide" Target="/ppt/slides/slide14.xml" Id="R8c53524a071446c0" /><Relationship Type="http://schemas.openxmlformats.org/officeDocument/2006/relationships/slide" Target="/ppt/slides/slide15.xml" Id="Ra87328df0310479a" /><Relationship Type="http://schemas.openxmlformats.org/officeDocument/2006/relationships/slide" Target="/ppt/slides/slide16.xml" Id="R4274beff69864e03" /><Relationship Type="http://schemas.openxmlformats.org/officeDocument/2006/relationships/slide" Target="/ppt/slides/slide17.xml" Id="R3674125bb40e4e52" /><Relationship Type="http://schemas.openxmlformats.org/officeDocument/2006/relationships/slide" Target="/ppt/slides/slide18.xml" Id="Rc6750a100fc440a2" /><Relationship Type="http://schemas.openxmlformats.org/officeDocument/2006/relationships/slide" Target="/ppt/slides/slide19.xml" Id="R833879e4fe5f4c5b" /><Relationship Type="http://schemas.openxmlformats.org/officeDocument/2006/relationships/slide" Target="/ppt/slides/slide20.xml" Id="Rab2ce87fecbf49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f0a7b61e64c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8bb047cd1e4baf" /><Relationship Type="http://schemas.openxmlformats.org/officeDocument/2006/relationships/notesMaster" Target="/ppt/notesMasters/notesMaster1.xml" Id="Rea93374d91fc4d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2c9dda778243df" /><Relationship Type="http://schemas.openxmlformats.org/officeDocument/2006/relationships/notesMaster" Target="/ppt/notesMasters/notesMaster1.xml" Id="Rc2389fb9d677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d526eba04b43ca" /><Relationship Type="http://schemas.openxmlformats.org/officeDocument/2006/relationships/notesMaster" Target="/ppt/notesMasters/notesMaster1.xml" Id="Rc2a7624c1d3b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0a8df03af44f7" /><Relationship Type="http://schemas.openxmlformats.org/officeDocument/2006/relationships/notesMaster" Target="/ppt/notesMasters/notesMaster1.xml" Id="R07524a83a2f8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d8c60421841e2" /><Relationship Type="http://schemas.openxmlformats.org/officeDocument/2006/relationships/notesMaster" Target="/ppt/notesMasters/notesMaster1.xml" Id="Rf89d13c602b240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0dca70b47e4737" /><Relationship Type="http://schemas.openxmlformats.org/officeDocument/2006/relationships/notesMaster" Target="/ppt/notesMasters/notesMaster1.xml" Id="R1224c67fd8c143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cb5b1aca2445f8" /><Relationship Type="http://schemas.openxmlformats.org/officeDocument/2006/relationships/notesMaster" Target="/ppt/notesMasters/notesMaster1.xml" Id="Rae7942580fbf41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fce367edc14115" /><Relationship Type="http://schemas.openxmlformats.org/officeDocument/2006/relationships/notesMaster" Target="/ppt/notesMasters/notesMaster1.xml" Id="R14e8211846d04f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21e47877444fb3" /><Relationship Type="http://schemas.openxmlformats.org/officeDocument/2006/relationships/notesMaster" Target="/ppt/notesMasters/notesMaster1.xml" Id="Ree8017d67a4d42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c81fbd9624a2b" /><Relationship Type="http://schemas.openxmlformats.org/officeDocument/2006/relationships/notesMaster" Target="/ppt/notesMasters/notesMaster1.xml" Id="Ra820f5e0cd4d42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397dfdbe274fb4" /><Relationship Type="http://schemas.openxmlformats.org/officeDocument/2006/relationships/notesMaster" Target="/ppt/notesMasters/notesMaster1.xml" Id="R9f478d9be9474b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bf0cefafbf4553" /><Relationship Type="http://schemas.openxmlformats.org/officeDocument/2006/relationships/notesMaster" Target="/ppt/notesMasters/notesMaster1.xml" Id="Re90d72e363914d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ec799ef4254dd2" /><Relationship Type="http://schemas.openxmlformats.org/officeDocument/2006/relationships/notesMaster" Target="/ppt/notesMasters/notesMaster1.xml" Id="R2949d33a3d574a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1541bc82eb4290" /><Relationship Type="http://schemas.openxmlformats.org/officeDocument/2006/relationships/notesMaster" Target="/ppt/notesMasters/notesMaster1.xml" Id="R6c68509329244c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057e5297394df8" /><Relationship Type="http://schemas.openxmlformats.org/officeDocument/2006/relationships/notesMaster" Target="/ppt/notesMasters/notesMaster1.xml" Id="Rf7c13ca684fb43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87608a8cdb4bda" /><Relationship Type="http://schemas.openxmlformats.org/officeDocument/2006/relationships/notesMaster" Target="/ppt/notesMasters/notesMaster1.xml" Id="R200fa118eebf4e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000e7310d94fd6" /><Relationship Type="http://schemas.openxmlformats.org/officeDocument/2006/relationships/notesMaster" Target="/ppt/notesMasters/notesMaster1.xml" Id="Rfe46fbe0334844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e13f2be90941f2" /><Relationship Type="http://schemas.openxmlformats.org/officeDocument/2006/relationships/notesMaster" Target="/ppt/notesMasters/notesMaster1.xml" Id="Rd704825624354e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5afa738e2b43ca" /><Relationship Type="http://schemas.openxmlformats.org/officeDocument/2006/relationships/notesMaster" Target="/ppt/notesMasters/notesMaster1.xml" Id="R308037139d2f42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7be63e1b1c4137" /><Relationship Type="http://schemas.openxmlformats.org/officeDocument/2006/relationships/notesMaster" Target="/ppt/notesMasters/notesMaster1.xml" Id="R11282e68287445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开场只给一个定义：Persome 是一个开源、本地优先的 macOS Personal Model Runtime。</a:t>
            </a:r>
          </a:p>
          <a:p xmlns:a="http://schemas.openxmlformats.org/drawingml/2006/main">
            <a:r>
              <a:t>- 这次不把它讲成一个记忆插件，而是讲清它如何从观察、状态形成到个人建模，再把上下文交给受信任的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  <a:p xmlns:a="http://schemas.openxmlformats.org/drawingml/2006/main">
            <a:r>
              <a:t>- https://github.com/Persome-ai/persome-core/blob/1caab28a76846caaf11fd3b19bf6f1b371e312d9/ARCHITECTURE.md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用一个反差打开：Agent 可以主动建议或执行下一步，但没有自动得到长期目标、判断边界和历史。</a:t>
            </a:r>
          </a:p>
          <a:p xmlns:a="http://schemas.openxmlformats.org/drawingml/2006/main">
            <a:r>
              <a:t>- 这也是项目从 Proactive Agent 继续向意图识别、再向 Personal Model 演进的原因。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Founder-provided project history in this task,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这是产品探索路径，不是三个并行、完整交付的现行模块。</a:t>
            </a:r>
          </a:p>
          <a:p xmlns:a="http://schemas.openxmlformats.org/drawingml/2006/main">
            <a:r>
              <a:t>- 关键转折是：我们不再只问“下一步该做什么”，而是建立一个可复用的个人上下文底座。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Founder-provided project history in this task, 2026-07-31.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痛点不只是 memory，而是 delegation：Agent 数量增加后，人要承担更多同步成本。</a:t>
            </a:r>
          </a:p>
          <a:p xmlns:a="http://schemas.openxmlformats.org/drawingml/2006/main">
            <a:r>
              <a:t>- Persome 的工作不是替 Agent 做事，而是缩短接手前的上下文同步。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  <a:p xmlns:a="http://schemas.openxmlformats.org/drawingml/2006/main">
            <a:r>
              <a:t>- https://github.com/Persome-ai/persome-core/blob/1caab28a76846caaf11fd3b19bf6f1b371e312d9/MCP.md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强调四个词：开源、本地优先、Personal Model Runtime、个人上下文基础设施。</a:t>
            </a:r>
          </a:p>
          <a:p xmlns:a="http://schemas.openxmlformats.org/drawingml/2006/main">
            <a:r>
              <a:t>- 同一个基础模型面对不同的人，应该理解不同的目标、优先级和决策习惯。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  <a:p xmlns:a="http://schemas.openxmlformats.org/drawingml/2006/main">
            <a:r>
              <a:t>- https://github.com/Persome-ai/persome-core/blob/1caab28a76846caaf11fd3b19bf6f1b371e312d9/docs/assets/readme/same-ai-different-you.png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这三层对应清晰的责任边界：采集层只负责观察，建模层负责形成状态与结构，连接层负责受控访问。</a:t>
            </a:r>
          </a:p>
          <a:p xmlns:a="http://schemas.openxmlformats.org/drawingml/2006/main">
            <a:r>
              <a:t>- 后面逐层展开，同时始终保留本地、证据和权限边界。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https://github.com/Persome-ai/persome-core/blob/1caab28a76846caaf11fd3b19bf6f1b371e312d9/ARCHITECTURE.md</a:t>
            </a:r>
          </a:p>
          <a:p xmlns:a="http://schemas.openxmlformats.org/drawingml/2006/main">
            <a:r>
              <a:t>- https://github.com/Persome-ai/persome-core/blob/1caab28a76846caaf11fd3b19bf6f1b371e312d9/docs/architecture.md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AX 是主信号；OCR 只是 AX 不足时的本地回退，而且在隔离子进程中运行。</a:t>
            </a:r>
          </a:p>
          <a:p xmlns:a="http://schemas.openxmlformats.org/drawingml/2006/main">
            <a:r>
              <a:t>- 无论来源是什么，都收敛为同一个 S1 合约，后续层不直接依赖 macOS。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https://github.com/Persome-ai/persome-core/blob/1caab28a76846caaf11fd3b19bf6f1b371e312d9/docs/capture.md</a:t>
            </a:r>
          </a:p>
          <a:p xmlns:a="http://schemas.openxmlformats.org/drawingml/2006/main">
            <a:r>
              <a:t>- https://github.com/Persome-ai/persome-core/blob/1caab28a76846caaf11fd3b19bf6f1b371e312d9/docs/architecture.md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这是 local-first 的具体实现，不只是口号：权限主体、像素策略、加密密钥和保留窗口都有可验证状态。</a:t>
            </a:r>
          </a:p>
          <a:p xmlns:a="http://schemas.openxmlformats.org/drawingml/2006/main">
            <a:r>
              <a:t>- Persome 的失败语义偏保守：不能确认时降级，而不是继续写入敏感数据。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https://github.com/Persome-ai/persome-core/blob/1caab28a76846caaf11fd3b19bf6f1b371e312d9/SECURITY_PRIVACY.md</a:t>
            </a:r>
          </a:p>
          <a:p xmlns:a="http://schemas.openxmlformats.org/drawingml/2006/main">
            <a:r>
              <a:t>- https://github.com/Persome-ai/persome-core/blob/1caab28a76846caaf11fd3b19bf6f1b371e312d9/docs/capture.md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Timeline 按真实时钟对齐为一分钟窗口，保留用户写下的原文；Session 用三条确定规则切分。</a:t>
            </a:r>
          </a:p>
          <a:p xmlns:a="http://schemas.openxmlformats.org/drawingml/2006/main">
            <a:r>
              <a:t>- 默认每五分钟 reducer 处理新窗口，session 结束只补未覆盖的尾部，避免重复成本与重复写入。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https://github.com/Persome-ai/persome-core/blob/1caab28a76846caaf11fd3b19bf6f1b371e312d9/docs/timeline.md</a:t>
            </a:r>
          </a:p>
          <a:p xmlns:a="http://schemas.openxmlformats.org/drawingml/2006/main">
            <a:r>
              <a:t>- https://github.com/Persome-ai/persome-core/blob/1caab28a76846caaf11fd3b19bf6f1b371e312d9/docs/session.md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Point 与 Line 是在线增量路径；Face、Volume、Root 是证据积累后的结构化提升。</a:t>
            </a:r>
          </a:p>
          <a:p xmlns:a="http://schemas.openxmlformats.org/drawingml/2006/main">
            <a:r>
              <a:t>- 两种速度避免每次屏幕变化都重建整个模型，同时保持高阶结构不会由一次偶然观察产生。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https://github.com/Persome-ai/persome-core/blob/1caab28a76846caaf11fd3b19bf6f1b371e312d9/docs/writer.md</a:t>
            </a:r>
          </a:p>
          <a:p xmlns:a="http://schemas.openxmlformats.org/drawingml/2006/main">
            <a:r>
              <a:t>- https://github.com/Persome-ai/persome-core/blob/1caab28a76846caaf11fd3b19bf6f1b371e312d9/ARCHITECTURE.md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这里说的“模型自进化”，不是模型任意重写自己，而是用户授权证据驱动的持续更新。</a:t>
            </a:r>
          </a:p>
          <a:p xmlns:a="http://schemas.openxmlformats.org/drawingml/2006/main">
            <a:r>
              <a:t>- 快环把新证据提议并校验为 Point / Line；慢环从稳定结构中重组 Face / Volume / Root。</a:t>
            </a:r>
          </a:p>
          <a:p xmlns:a="http://schemas.openxmlformats.org/drawingml/2006/main">
            <a:r>
              <a:t>- 旧 Point 和证据链保留；新版本通过 supersedes 成为当前头。失败会重试或标记 degraded，不能用空 Root 覆盖有效 Root。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https://github.com/Persome-ai/persome-core/blob/1caab28a76846caaf11fd3b19bf6f1b371e312d9/docs/architecture.md</a:t>
            </a:r>
          </a:p>
          <a:p xmlns:a="http://schemas.openxmlformats.org/drawingml/2006/main">
            <a:r>
              <a:t>- https://github.com/Persome-ai/persome-core/blob/1caab28a76846caaf11fd3b19bf6f1b371e312d9/docs/writer.md</a:t>
            </a:r>
          </a:p>
          <a:p xmlns:a="http://schemas.openxmlformats.org/drawingml/2006/main">
            <a:r>
              <a:t>- https://github.com/Persome-ai/persome-core/blob/1caab28a76846caaf11fd3b19bf6f1b371e312d9/MODEL_FORMAT.md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Point 是带来源的观察；Line 记录关系或变化；Face 是重复证据支持的模式；Volume 跨项目或领域；Root 是当前综合模型。</a:t>
            </a:r>
          </a:p>
          <a:p xmlns:a="http://schemas.openxmlformats.org/drawingml/2006/main">
            <a:r>
              <a:t>- Root 最多一个，而且高阶结构都能沿 receipts 回溯到具体证据。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  <a:p xmlns:a="http://schemas.openxmlformats.org/drawingml/2006/main">
            <a:r>
              <a:t>- https://github.com/Persome-ai/persome-core/blob/1caab28a76846caaf11fd3b19bf6f1b371e312d9/MODEL_FORMAT.md</a:t>
            </a:r>
          </a:p>
          <a:p xmlns:a="http://schemas.openxmlformats.org/drawingml/2006/main">
            <a:r>
              <a:t>- https://github.com/Persome-ai/persome-core/blob/1caab28a76846caaf11fd3b19bf6f1b371e312d9/docs/assets/readme/one-root.png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resolve_evidence 明确分开直接来源、附近上下文和 Point 历史，避免把“同时发生”误当成“证明”。</a:t>
            </a:r>
          </a:p>
          <a:p xmlns:a="http://schemas.openxmlformats.org/drawingml/2006/main">
            <a:r>
              <a:t>- 纠正不会抹掉旧状态；用户可以看到模型如何从旧判断演化到新判断。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https://github.com/Persome-ai/persome-core/blob/1caab28a76846caaf11fd3b19bf6f1b371e312d9/MCP.md</a:t>
            </a:r>
          </a:p>
          <a:p xmlns:a="http://schemas.openxmlformats.org/drawingml/2006/main">
            <a:r>
              <a:t>- https://github.com/Persome-ai/persome-core/blob/1caab28a76846caaf11fd3b19bf6f1b371e312d9/docs/model-contract.md</a:t>
            </a:r>
          </a:p>
          <a:p xmlns:a="http://schemas.openxmlformats.org/drawingml/2006/main">
            <a:r>
              <a:t>- https://github.com/Persome-ai/persome-core/blob/1caab28a76846caaf11fd3b19bf6f1b371e312d9/SECURITY_PRIVACY.md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可靠性不是靠“多跑几次 LLM”，而是 persist-before-apply、稳定 bookmark 和单一锁协调入口。</a:t>
            </a:r>
          </a:p>
          <a:p xmlns:a="http://schemas.openxmlformats.org/drawingml/2006/main">
            <a:r>
              <a:t>- 同一窗口的 payload 会被复用，避免重复模型成本和重复强化关系。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https://github.com/Persome-ai/persome-core/blob/1caab28a76846caaf11fd3b19bf6f1b371e312d9/docs/session.md</a:t>
            </a:r>
          </a:p>
          <a:p xmlns:a="http://schemas.openxmlformats.org/drawingml/2006/main">
            <a:r>
              <a:t>- https://github.com/Persome-ai/persome-core/blob/1caab28a76846caaf11fd3b19bf6f1b371e312d9/docs/writer.md</a:t>
            </a:r>
          </a:p>
          <a:p xmlns:a="http://schemas.openxmlformats.org/drawingml/2006/main">
            <a:r>
              <a:t>- https://github.com/Persome-ai/persome-core/blob/1caab28a76846caaf11fd3b19bf6f1b371e312d9/docs/architecture.md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Persome 是 context provider，不是 computer-use agent；它的 MCP 没有点击、输入、会议、通知或任务执行工具。</a:t>
            </a:r>
          </a:p>
          <a:p xmlns:a="http://schemas.openxmlformats.org/drawingml/2006/main">
            <a:r>
              <a:t>- HTTP 仅 loopback，默认 stdio 连接不复制 bearer；Viewer 使用短时、一次性能力。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https://github.com/Persome-ai/persome-core/blob/1caab28a76846caaf11fd3b19bf6f1b371e312d9/MCP.md</a:t>
            </a:r>
          </a:p>
          <a:p xmlns:a="http://schemas.openxmlformats.org/drawingml/2006/main">
            <a:r>
              <a:t>- https://github.com/Persome-ai/persome-core/blob/1caab28a76846caaf11fd3b19bf6f1b371e312d9/SECURITY_PRIVACY.md</a:t>
            </a:r>
          </a:p>
          <a:p xmlns:a="http://schemas.openxmlformats.org/drawingml/2006/main">
            <a:r>
              <a:t>- https://github.com/Persome-ai/persome-core/blob/1caab28a76846caaf11fd3b19bf6f1b371e312d9/docs/model-contract.md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现场使用匿名化或合成数据；真实个人模型不直接投屏。</a:t>
            </a:r>
          </a:p>
          <a:p xmlns:a="http://schemas.openxmlformats.org/drawingml/2006/main">
            <a:r>
              <a:t>- Demo 不追求“AI 什么都知道”，而是证明：能接续、能回证据、能纠正、不会越权行动。</a:t>
            </a:r>
          </a:p>
          <a:p xmlns:a="http://schemas.openxmlformats.org/drawingml/2006/main">
            <a:r>
              <a:t>- 准备预录备份，避免现场权限、模型调用或投屏异常。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https://github.com/Persome-ai/persome-core/blob/1caab28a76846caaf11fd3b19bf6f1b371e312d9/MCP.md</a:t>
            </a:r>
          </a:p>
          <a:p xmlns:a="http://schemas.openxmlformats.org/drawingml/2006/main">
            <a:r>
              <a:t>- https://github.com/Persome-ai/persome-core/blob/1caab28a76846caaf11fd3b19bf6f1b371e312d9/docs/model-contract.md</a:t>
            </a:r>
          </a:p>
          <a:p xmlns:a="http://schemas.openxmlformats.org/drawingml/2006/main">
            <a:r>
              <a:t>- https://github.com/Persome-ai/persome-core/blob/1caab28a76846caaf11fd3b19bf6f1b371e312d9/docs/assets/readme/continue-where-you-left-off.png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明确标注为待验证假设：我们没有把量子行业需求、价值或付费意愿当作已验证事实。</a:t>
            </a:r>
          </a:p>
          <a:p xmlns:a="http://schemas.openxmlformats.org/drawingml/2006/main">
            <a:r>
              <a:t>- 三个场景的共同核心是研究思路、实验上下文和决策边界的连续交接。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Founder-provided quantum research brief, 2026-07-29.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  <a:p xmlns:a="http://schemas.openxmlformats.org/drawingml/2006/main">
            <a:r>
              <a:t>- https://github.com/Persome-ai/persome-core/blob/1caab28a76846caaf11fd3b19bf6f1b371e312d9/MCP.md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理想闭环不是让 Agent 替代研究者，而是让 Agent 理解目标、假设、实验路径和判断边界后，独立完成可授权的部分。</a:t>
            </a:r>
          </a:p>
          <a:p xmlns:a="http://schemas.openxmlformats.org/drawingml/2006/main">
            <a:r>
              <a:t>- 研究者负责校准方向与最终决策；每次纠正反过来改善下一次委派。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Founder-provided quantum research brief, 2026-07-29.</a:t>
            </a:r>
          </a:p>
          <a:p xmlns:a="http://schemas.openxmlformats.org/drawingml/2006/main">
            <a:r>
              <a:t>- https://github.com/Persome-ai/persome-core/blob/1caab28a76846caaf11fd3b19bf6f1b371e312d9/SECURITY_PRIVACY.md</a:t>
            </a:r>
          </a:p>
          <a:p xmlns:a="http://schemas.openxmlformats.org/drawingml/2006/main">
            <a:r>
              <a:t>- https://github.com/Persome-ai/persome-core/blob/1caab28a76846caaf11fd3b19bf6f1b371e312d9/MCP.md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未来价值用三层递进表达，但行动上从一个小验证开始。</a:t>
            </a:r>
          </a:p>
          <a:p xmlns:a="http://schemas.openxmlformats.org/drawingml/2006/main">
            <a:r>
              <a:t>- 建议把结果定义为可观测指标，而不是泛泛的“更聪明”或“更懂人”。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Founder-provided quantum research brief, 2026-07-29.</a:t>
            </a:r>
          </a:p>
          <a:p xmlns:a="http://schemas.openxmlformats.org/drawingml/2006/main">
            <a:r>
              <a:t>- https://github.com/Persome-ai/persome-core/blob/1caab28a76846caaf11fd3b19bf6f1b371e312d9/README.md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建议用时：开放讨论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- 把讨论从“Persome 还能做什么”拉回到对方真实工作流：哪里最常断档、代价是什么、哪些数据不能碰。</a:t>
            </a:r>
          </a:p>
          <a:p xmlns:a="http://schemas.openxmlformats.org/drawingml/2006/main">
            <a:r>
              <a:t>- 如果现场出现明确场景，记录角色、输入、权限边界、成功指标和可接受的实验范围。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Founder-provided quantum research brief, 2026-07-29.</a:t>
            </a:r>
          </a:p>
          <a:p xmlns:a="http://schemas.openxmlformats.org/drawingml/2006/main">
            <a:r>
              <a:t>- https://github.com/Intuition-Lab/personal-model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1019e284a48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16bf2649940a2" /><Relationship Type="http://schemas.openxmlformats.org/officeDocument/2006/relationships/slideLayout" Target="/ppt/slideLayouts/slideLayout1.xml" Id="R40e94409e10c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e94409e10c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ca4670c464d4d" /><Relationship Type="http://schemas.openxmlformats.org/officeDocument/2006/relationships/image" Target="/ppt/media/image.png" Id="R2a0a0a21880b4976" /><Relationship Type="http://schemas.openxmlformats.org/officeDocument/2006/relationships/notesSlide" Target="/ppt/notesSlides/notesSlide1.xml" Id="R636a7ca428ea4a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8c5b9149342ea" /><Relationship Type="http://schemas.openxmlformats.org/officeDocument/2006/relationships/notesSlide" Target="/ppt/notesSlides/notesSlide2.xml" Id="R7a0e0a32bab2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1fd08de7491d" /><Relationship Type="http://schemas.openxmlformats.org/officeDocument/2006/relationships/notesSlide" Target="/ppt/notesSlides/notesSlide3.xml" Id="R19c1b0a426a141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f391fe5324382" /><Relationship Type="http://schemas.openxmlformats.org/officeDocument/2006/relationships/notesSlide" Target="/ppt/notesSlides/notesSlide4.xml" Id="R880643ed8409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cb39d5fd9474d" /><Relationship Type="http://schemas.openxmlformats.org/officeDocument/2006/relationships/image" Target="/ppt/media/image2.png" Id="R8bd8044c7b2544ce" /><Relationship Type="http://schemas.openxmlformats.org/officeDocument/2006/relationships/notesSlide" Target="/ppt/notesSlides/notesSlide5.xml" Id="Rafe230706ee943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e1d5f7a041a1" /><Relationship Type="http://schemas.openxmlformats.org/officeDocument/2006/relationships/notesSlide" Target="/ppt/notesSlides/notesSlide6.xml" Id="R496e7161c1d04e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4eed5cc84670" /><Relationship Type="http://schemas.openxmlformats.org/officeDocument/2006/relationships/notesSlide" Target="/ppt/notesSlides/notesSlide7.xml" Id="Rdfdaab1722ff40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492ae86864ca7" /><Relationship Type="http://schemas.openxmlformats.org/officeDocument/2006/relationships/notesSlide" Target="/ppt/notesSlides/notesSlide8.xml" Id="R40ddc947d26d4d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7b2b2cac04317" /><Relationship Type="http://schemas.openxmlformats.org/officeDocument/2006/relationships/notesSlide" Target="/ppt/notesSlides/notesSlide9.xml" Id="Rcf28bf6847e242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7d015f704c8b" /><Relationship Type="http://schemas.openxmlformats.org/officeDocument/2006/relationships/notesSlide" Target="/ppt/notesSlides/notesSlide10.xml" Id="R37301622f4e145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d90dc505840ed" /><Relationship Type="http://schemas.openxmlformats.org/officeDocument/2006/relationships/notesSlide" Target="/ppt/notesSlides/notesSlide11.xml" Id="R53db26af27794f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b3113e43a41ef" /><Relationship Type="http://schemas.openxmlformats.org/officeDocument/2006/relationships/image" Target="/ppt/media/image3.png" Id="Rd83268ceaa174405" /><Relationship Type="http://schemas.openxmlformats.org/officeDocument/2006/relationships/notesSlide" Target="/ppt/notesSlides/notesSlide12.xml" Id="R8feb3fe90d2b44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052c7e2724fe8" /><Relationship Type="http://schemas.openxmlformats.org/officeDocument/2006/relationships/notesSlide" Target="/ppt/notesSlides/notesSlide13.xml" Id="R5c606890c7b342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50a7bd474817" /><Relationship Type="http://schemas.openxmlformats.org/officeDocument/2006/relationships/notesSlide" Target="/ppt/notesSlides/notesSlide14.xml" Id="R1594f7667b004e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4198849ca4ee5" /><Relationship Type="http://schemas.openxmlformats.org/officeDocument/2006/relationships/notesSlide" Target="/ppt/notesSlides/notesSlide15.xml" Id="R98241d491e3142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7ac8b34f24aab" /><Relationship Type="http://schemas.openxmlformats.org/officeDocument/2006/relationships/image" Target="/ppt/media/image4.png" Id="R006b7b0466b74341" /><Relationship Type="http://schemas.openxmlformats.org/officeDocument/2006/relationships/notesSlide" Target="/ppt/notesSlides/notesSlide16.xml" Id="Ref7b3adee64845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9fb0d0518416b" /><Relationship Type="http://schemas.openxmlformats.org/officeDocument/2006/relationships/notesSlide" Target="/ppt/notesSlides/notesSlide17.xml" Id="R895bfd35b61046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40aac2e714256" /><Relationship Type="http://schemas.openxmlformats.org/officeDocument/2006/relationships/notesSlide" Target="/ppt/notesSlides/notesSlide18.xml" Id="R70bb26639b8b43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89261f23e4994" /><Relationship Type="http://schemas.openxmlformats.org/officeDocument/2006/relationships/notesSlide" Target="/ppt/notesSlides/notesSlide19.xml" Id="R39bc1abd0e6146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78464a3064c5d" /><Relationship Type="http://schemas.openxmlformats.org/officeDocument/2006/relationships/notesSlide" Target="/ppt/notesSlides/notesSlide20.xml" Id="Rcff88711bf95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a0a21880b4976"/>
          <a:srcRect xmlns:a="http://schemas.openxmlformats.org/drawingml/2006/main" l="25156" t="0" r="25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0"/>
            <a:ext cx="6057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9B33B-410F-46FA-B764-59D6AD1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A3818-3855-4BF0-8A4D-92F83A3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C89B2-3081-4AEB-BE88-C171615C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OPEN SOURCE TALK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C0C8C-184F-4C17-BCD1-AD75655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5191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Persome：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Proactive Agent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到个人建模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C4A55-C610-44EA-8125-B235A441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开源、本地优先的 macOS Personal Model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310E9-2B57-4302-8132-B79A29E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让受信任的 Agent 沿着证据接手工作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989C0-DD5E-48E6-B77C-045B436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Personal Model v0.3.2 · Apache-2.0</a:t>
            </a:r>
          </a:p>
        </p:txBody>
      </p:sp>
    </p:spTree>
    <p:extLst>
      <p:ext uri="{BB962C8B-B14F-4D97-AF65-F5344CB8AC3E}">
        <p14:creationId xmlns:p14="http://schemas.microsoft.com/office/powerpoint/2010/main" val="843716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63530-F45F-448A-BCDB-2D6370AA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F07B-0215-4180-A2C3-C26BB96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C8E2DD-6E54-4899-AD72-2DD08A77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Agent 会主动，不等于理解一个人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CB9AF-4D78-4DFD-A2E4-BCE73C9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6E99F-4423-4F99-B7A3-28095DC0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D4E76-F90A-4535-BBDC-650D3A5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38AA1-ADB6-4BDB-8801-6F4723B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一个系统可以建议或执行“下一步”，却仍然不知道：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BD1B-AC8D-4A12-863E-5AB030C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676B1-2C98-4A62-9F66-B64C6071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AF997-97D7-4ABF-81BA-BBB35011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408E5-E57F-4F83-9507-93A1DA31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为什么此刻做这件事？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3280F-521A-4E16-9C29-2D933F5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BE6DD-E2B3-4E80-AF82-D66FB8D8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2DB95-69B2-4AB3-BF73-1D6DC5C9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判断边界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E8222-8D32-49D4-A3F7-0611CB57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哪些方案试过、为什么放弃？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37A5F-C0BD-4EF0-935C-2D55F0F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44D64-FF72-4D36-AB52-5884BA4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B5CA8-4468-42B5-908F-FB7758EB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长期连续性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9F1F8-710B-4D86-9726-9EB6C0A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下一位 Agent 如何沿着同一条证据继续？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371E0-E84F-492A-9558-4BE45AC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67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缺失的不是行动能力，而是“可持续、可校准的上下文”。</a:t>
            </a:r>
          </a:p>
        </p:txBody>
      </p:sp>
    </p:spTree>
    <p:extLst>
      <p:ext uri="{BB962C8B-B14F-4D97-AF65-F5344CB8AC3E}">
        <p14:creationId xmlns:p14="http://schemas.microsoft.com/office/powerpoint/2010/main" val="154163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D95CD-E43F-4B83-82A6-926489D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D1C4C-9B01-4DC1-86BA-C24692CB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AC6C91-89D4-4194-8FA3-900D260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三个阶段，解决了三个不同问题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87D9A-46B2-4F3D-896C-C57D2594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8A6B2-2908-4C0E-BA37-30B6548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5977-3810-40FA-88B1-7F3FF72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E1696-349A-4B9D-B423-5C3BB0A7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8D6CB-5649-40B5-BAFB-289B3EF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86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C494B-C6A3-443E-88EB-C36D9D69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86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0B0A5-7CE3-4012-BE39-7D535695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3EAD5-286B-4035-9F61-8215AEE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69B0E-C66C-46C6-983E-598BEF9C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Proactive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12F8E-4268-4F5F-BAB4-558AE6A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765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此刻该主动做什么？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48EE2-EA4F-45FF-80C1-1B4637B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基于当前上下文主动建议下一步，必要时触发行动。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E0C9C-D3AB-4680-8FC8-1F770624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局限：缺少长期上下文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4AF5B-B3C8-4560-BD67-847E0F29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422D1-0E9C-4D3D-A9E5-11DE1DB3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CA361-06C2-40BB-904A-481EAD8D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意图识别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9CFC8-50AE-449A-BD17-238C52A3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765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用户想完成什么？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8F752-21AA-4AC9-A448-5A842898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38650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尝试从当前行为推断目标、下一步与可能的阻塞。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52E0D-37F4-4604-AE6F-13C8430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911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局限：意图短暂且易误判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EED54-9EE3-4751-B358-30ED4CCB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30C75-C014-42A6-918E-F0F17B9A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600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6D541-80C5-4342-A508-7A3F6394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193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Personal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9465-B6A7-4454-9F66-15A150A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765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这个人如何长期工作？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660DE-25DE-4A84-9B40-EF7BE31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38650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把目标、决策方式、关系与变化沉淀为带证据的长期模型。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E98F6-789A-4477-9071-26B53BBF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911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方向：持续、可纠正</a:t>
            </a:r>
          </a:p>
        </p:txBody>
      </p:sp>
    </p:spTree>
    <p:extLst>
      <p:ext uri="{BB962C8B-B14F-4D97-AF65-F5344CB8AC3E}">
        <p14:creationId xmlns:p14="http://schemas.microsoft.com/office/powerpoint/2010/main" val="1210857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25426-8754-489C-8CF4-B222626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4ABD0-4732-47FB-9F72-3F4EFD7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E0A4E5-A7CB-4346-809D-09BA42B2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Agent 越多，briefing 反而越重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FC943-C3B0-4C4F-9BB7-8608177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068AD-4299-4640-BD97-AE992441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234E2-646E-41D9-8B83-07187F9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AEBFE-951C-47D3-91B6-3F35FFC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能力供给增加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FAC6A-6DDB-4A47-8E79-77A85BA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Claude / Codex / Cursor / 专用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F8C3C-C76E-47C4-8BA5-5810AFE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14625"/>
            <a:ext cx="81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BD485-1076-4FEE-BE79-ABFE4464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委派带宽增加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988ED-A253-4D0E-9B2B-2CE5044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目标、进度、约束、决策理由、下一步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44DE8-EA72-4BE1-9AC0-22BB72A7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4953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7C1AD-12CB-4B55-9023-44BC017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WITHOUT SHARED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FC332-D8BB-4F14-8706-15099D6C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人变成上下文搬运工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BDA76-55E9-4666-822D-E3727D36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533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每切换一次 Agent，都要重新解释项目；私有记忆彼此割裂，错误也会被复制。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9C631-E037-4F0E-936B-1CA226A5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933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1BA37-2699-4EED-A5FE-A3B97E73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WITH A PERSONAL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FEDCD-0F00-4C2A-8107-A52C7044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Agent 从同一份状态接手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5CBE9-77A4-4E05-96C6-D7665D20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514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目标、证据、边界与纠正历史由用户掌控，通过授权提供给不同工具。</a:t>
            </a:r>
          </a:p>
        </p:txBody>
      </p:sp>
    </p:spTree>
    <p:extLst>
      <p:ext uri="{BB962C8B-B14F-4D97-AF65-F5344CB8AC3E}">
        <p14:creationId xmlns:p14="http://schemas.microsoft.com/office/powerpoint/2010/main" val="997807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724AA-B6AD-4190-8C84-330BB22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E11D2-BBE1-428E-8AE0-2908885E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217927-3BC8-45FB-994D-3581A775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Persome 是属于个人的上下文基础设施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8E747-7D9A-4BD1-A253-0F99A509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6508F-A32C-41B4-9001-90471BA7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25008-8E34-4848-88DD-4F43A800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6B5B9-AE43-4203-A6B3-C580ADA8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一个开源、本地优先的 macOS Personal Model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A623-F62E-4BA3-A131-7A77E572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它不是把更多聊天记录存下来，而是把持续工作变成可检查、可纠正、可导出的个人模型。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8044c7b2544ce"/>
          <a:stretch xmlns:a="http://schemas.openxmlformats.org/drawingml/2006/main"/>
        </p:blipFill>
        <p:spPr>
          <a:xfrm xmlns:a="http://schemas.openxmlformats.org/drawingml/2006/main">
            <a:off x="2964303" y="2571750"/>
            <a:ext cx="626339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92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AEFC0E-CF1B-4977-AF10-08B7CA7A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81F35-BB68-4736-B0F8-EB875F4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CC9B00-86A4-4A40-BD66-045AE5CE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三层架构：采集、建模、连接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0CA9A-F5D9-4A9E-8C57-37FA1B0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D9981-18A6-40A0-8076-783D8CE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84EE4-6E53-44BF-8568-01ABB1AE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F28D2-01D7-45D2-B165-277C887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766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042C4-3E4D-4792-B6E5-F8EDEF2B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766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20BFE-F881-47AF-A585-04EF1408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653BA-8EDA-46D2-BE4F-091E425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8CDAC-48CE-4F10-A021-9BD26D17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81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A391B-43C5-4E52-97D0-1BEE2B16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81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BF83"/>
          </a:solidFill>
          <a:ln xmlns:a="http://schemas.openxmlformats.org/drawingml/2006/main" w="0">
            <a:solidFill>
              <a:srgbClr val="0BB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80030-3BEB-4A25-AD36-58D5069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53269-DB7E-4F22-AFA4-69F0CCE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采集层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07DDA-D87A-4549-B46F-E777F0B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4C5E2-7373-4062-A586-1C5AFDE0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获得用户明确授权后，从 AX、可选本地 OCR 与可信 ingest 形成 S1 观察。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A0C08-0842-417D-94AF-BDAA067B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360DA-783E-48F8-BB9F-019855E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BF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BF83"/>
                </a:solidFill>
                <a:latin typeface="PingFang SC"/>
                <a:ea typeface="PingFang SC"/>
                <a:cs typeface="PingFang SC"/>
              </a:rPr>
              <a:t>输出：focused element / visible text / URL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52B44-160D-4540-A922-C12B04C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3581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71B70-3C20-409A-95A6-8696198B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3581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8DDA7-B18E-415E-A5D3-933BA84C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F2DF1-8702-4BD7-9F1B-595E958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建模层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21EC8-A1D9-4B79-9343-338AC22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98787D-8826-4EBE-AB7B-184493DE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把观察切成时间块和会话，增量生成 Point / Line，再构建 Face / Volume / Root。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55C10-9504-4DDF-B68B-C8EC825A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5F876-2A0D-4295-B2AC-65D614A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输出：带证据、可纠正的 Personal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16CFE-E29E-4407-8DCA-566E645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3581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EBB8BE-CE2C-4F9D-AE3E-938C95EC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3581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C4"/>
          </a:solidFill>
          <a:ln xmlns:a="http://schemas.openxmlformats.org/drawingml/2006/main" w="0">
            <a:solidFill>
              <a:srgbClr val="D94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32FCDE-4B66-4724-A379-F274463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13661-72FC-45D4-A3D4-5B26464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66D25-A9D6-4A90-8D6D-2D932AAA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4EB53F-5C3B-46C4-BD8C-9881CAE9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通过快照、MCP、CLI 与本地 Viewer 向受信任客户端提供上下文。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17565-7A8C-4626-BC19-F4AD241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958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760FC-D116-40E2-9400-D8C5BAA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4C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4CC4"/>
                </a:solidFill>
                <a:latin typeface="PingFang SC"/>
                <a:ea typeface="PingFang SC"/>
                <a:cs typeface="PingFang SC"/>
              </a:rPr>
              <a:t>输出：可查询的本地上下文能力</a:t>
            </a:r>
          </a:p>
        </p:txBody>
      </p:sp>
    </p:spTree>
    <p:extLst>
      <p:ext uri="{BB962C8B-B14F-4D97-AF65-F5344CB8AC3E}">
        <p14:creationId xmlns:p14="http://schemas.microsoft.com/office/powerpoint/2010/main" val="1600926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4182E5-A9B7-4C2D-BFDF-A063DC7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880DE-D6B9-49E9-901F-4B3C192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CAPTURE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F94263-4995-4352-8DF6-BABE8E4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采集层先把屏幕变成可信观察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6F75F-6C05-4508-9CAC-4CA4402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B704B-7CDE-4068-BEB7-CAD3C60F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27C23-4B03-479B-97AF-D2EB4AFD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8853F-8526-42A6-BA6F-E024FAD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BBFD4-16D2-4F41-88C1-3E440D94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052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3E9AE-BC18-416B-A06E-F78E7D5B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244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A9859-7E03-450B-838B-131D3BDC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FDFE0-7B35-445B-81AC-74F87114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79032-1184-4FD7-8E2C-4325B003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AEF66-57EF-4122-9BE7-C892454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673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BDBED-1451-4ECA-BCE5-B6197F8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B4846-E148-4A18-8332-C5057DF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80089-F0FB-458E-AF02-37F323D7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BF83"/>
          </a:solidFill>
          <a:ln xmlns:a="http://schemas.openxmlformats.org/drawingml/2006/main" w="0">
            <a:solidFill>
              <a:srgbClr val="0BBF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82C73-0A01-43A1-963B-B927301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rPr>
              <a:t>PRIMARY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97421-E4BF-48CD-A58F-EEF799E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macOS AX watcher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FE89E-F3F6-42F8-861F-AE4DC051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事件驱动；读取聚焦窗口与可访问树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A7143-AF4A-4E64-8204-7A16B52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11FF9-C7F6-4B66-A281-BF24C42F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2E"/>
          </a:solidFill>
          <a:ln xmlns:a="http://schemas.openxmlformats.org/drawingml/2006/main" w="0">
            <a:solidFill>
              <a:srgbClr val="F0A2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C4201-613E-410B-A0C2-CFC3855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A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A22E"/>
                </a:solidFill>
                <a:latin typeface="Helvetica Neue"/>
                <a:ea typeface="Helvetica Neue"/>
                <a:cs typeface="Helvetica Neue"/>
              </a:rPr>
              <a:t>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063F5-F47A-468F-AD5C-5174D117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OCR worker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D613E-4D4E-4591-810B-D6EB616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AX 文本不足时，隔离子进程本地识别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8C858-0D63-4C1C-85E1-D8D2426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1DDEE-3DD3-4F7D-A6C2-11613F1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C4"/>
          </a:solidFill>
          <a:ln xmlns:a="http://schemas.openxmlformats.org/drawingml/2006/main" w="0">
            <a:solidFill>
              <a:srgbClr val="D94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73D22-8BA1-45B1-A5BA-5BB0D6B4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ALTERNATE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7E63E-F093-4334-8D11-1DF3B0F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trusted ingest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A1C3D-DFFC-4472-A856-EBAE606C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mobile bridge 经本地认证后进入同一条 S1 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C9BEE-E4AE-43FD-9CB2-C95EF65D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C116D-0B34-4822-8A8C-1F30D2F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ONE COMMIT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FECCC-AD30-4992-9E08-760CCDF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Scheduler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1F93E-81B1-4EC4-B452-53C4B8F5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18669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debounce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content dedup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 gap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window metadata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buffer write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ECE741-1DCD-454A-9B28-81414B3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952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9A1C4-68E1-4A01-AD6B-D1FD39E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C9B099-0057-408D-87CE-6056B2B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focused_element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0A85B6-5AC2-4594-946F-841228F6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14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visible_text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ED075-29EB-4516-B571-8D84E274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url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AA8308-4CCA-4241-8786-84D6933E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上层不再直接接触 macOS</a:t>
            </a:r>
          </a:p>
        </p:txBody>
      </p:sp>
    </p:spTree>
    <p:extLst>
      <p:ext uri="{BB962C8B-B14F-4D97-AF65-F5344CB8AC3E}">
        <p14:creationId xmlns:p14="http://schemas.microsoft.com/office/powerpoint/2010/main" val="696614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264E5-D9DF-46D3-8CC3-49DBC992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EBAF7-A463-490F-A43D-987AA508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CAPTURE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BDA08B-E8C0-4610-A08A-5309F2B7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采集不等于无限记录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7876B-5D77-4E53-B7F8-9E25B03F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AB34C-4B5F-4957-8E37-3DE24E1E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BE2B8-FD13-4026-960F-16BDE534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57BAA-CAA3-4100-8636-523BC76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采集层要同时解决两件事：信号质量与隐私边界。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FE277-0706-4B85-8658-5EA36A22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714F9-5DD7-4F75-B31B-DCBFA021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明确授权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65397-F734-4BFC-8DF5-9A6879ED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240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Accessibility 绑定到实际 native helper；需要像素时才请求 Screen Recording。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AE10E-A8B0-41EE-A05E-A613C64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3D91F-E552-4479-B247-7527E8F7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72184-E117-40CD-B029-271F79F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少而有用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060A8-4972-4413-A86B-6C95146D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事件 debounce、时间去重与内容指纹，避免每次键入都产生一条记录。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FE831-82D2-4011-B2BE-9ED1BFE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A9457-CF9E-41D0-A187-BAC739C1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E6534-4425-4B01-8935-8174C8CD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像素 fail closed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70EB1-C4C5-4126-BFFD-71C83139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66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截图加密缺少有效密钥时，保留 AX 文本与元数据，但不写明文像素。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41772-2A07-4231-95E2-DC99064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4F5B-237C-49BE-90A6-8C1EE8D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7FE37-C1BE-4EE7-A627-785B8DD1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有界保留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96F74-84C6-48AB-B909-A1271405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529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默认捕获保留 7 天；截图按更短窗口剥离，显式清理支持安全删除。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36E51-FE6F-4C18-9356-59346CB9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769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原则：无法证明权限或密钥有效时，宁可降级，也不伪装成成功。</a:t>
            </a:r>
          </a:p>
        </p:txBody>
      </p:sp>
    </p:spTree>
    <p:extLst>
      <p:ext uri="{BB962C8B-B14F-4D97-AF65-F5344CB8AC3E}">
        <p14:creationId xmlns:p14="http://schemas.microsoft.com/office/powerpoint/2010/main" val="931419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63EF9-C31F-431D-99C6-F3C0B890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ABAAC-1FD1-4E97-8C36-FD85522A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F5D386-1826-4A8E-BA0A-8D327045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状态形成把连续活动切成可处理单元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06082-CDDC-4804-B3A2-BE3B7AEB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84A93-CB98-475B-A748-ABB3A1CC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60D9E-2F04-4A99-8FFA-7085EBB7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3A40F-51CB-483B-8A62-E1512E59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观察不是模型。中间需要一条确定、可恢复的状态形成链路。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EFDFB-E7F9-4845-80C5-F177DAD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97809-BDC6-47B4-A3B6-92A6EE8B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62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2B74A-8215-4F5F-AFC5-8A30156D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CAPTURES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B8E11-AEAC-4A4C-8CC5-5835F794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S1 观察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2F609-E715-4F0D-99AF-0210674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事件与证据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0C0F9-1C3C-4CD5-B5B3-F104F14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62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A2BE7-16F7-4BCB-A2C7-65F587DF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C749E-B68C-4EF2-A4B2-429156DD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Timeline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77560-2C19-4AEF-BFFF-5BBEAD55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4337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保留原文的标准化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AEBE0-FF09-43ED-AB8A-4E156FC3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362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F613E-CBD8-4F42-BAF7-25A7634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33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8FABC-9720-4687-93FD-80A7CAE8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0630B-732D-46C4-A93B-80D71837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4337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idle / soft cut / 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7B63E-57AB-463F-8A19-4049215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62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C275B-03AE-4F87-8560-CC0D0FEB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8E9E0-CC7D-48B7-A314-54A83778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3F50F-04C5-49EE-A133-FA4FD37C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4337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增量事件记忆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58B6C-1026-4C9E-A5C7-C410A9D2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362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C5169-7C62-4A02-A12F-0A609B4C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33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36F9E2-A7A1-4044-BE68-6CB4830C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241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907A2-ED41-41D4-95EB-84FA1933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4337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只补末尾窗口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97665-CB5F-4678-9647-B2006E4E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95875"/>
            <a:ext cx="6400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C653E-AF57-4604-8802-C9E82AB0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每个边界都有稳定 bookmark：flush_end / delta_end / modeled_at</a:t>
            </a:r>
          </a:p>
        </p:txBody>
      </p:sp>
    </p:spTree>
    <p:extLst>
      <p:ext uri="{BB962C8B-B14F-4D97-AF65-F5344CB8AC3E}">
        <p14:creationId xmlns:p14="http://schemas.microsoft.com/office/powerpoint/2010/main" val="1978726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85201-DD19-4407-B877-6AEF62BB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33741-B86F-4979-8B7F-AB41D091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E20F53-02D7-439A-AFD9-58F7CD79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建模层分两种速度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70F41-AE3D-4697-935D-0E7F7259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CC6FB-A219-4891-93F0-53CDC343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1092C-6501-43A4-944F-1E74063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09C8B-15E4-40FE-A2BC-6BF91F83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快速循环处理“刚刚发生了什么”，慢速循环处理“长期说明了什么”。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C7339-F0C6-42A3-A6E0-4331E95F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9480A-0041-47A8-8ED2-4785B0C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FAST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196A6-A953-48DD-A67A-1DD36CF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Point /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CA1A-77F0-465E-BBC4-72931E6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每个新会话窗口：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53C7F-B436-476A-91E1-CD3E5ACB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结构化 memory_delta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证据、实体、谓词与置信度 gates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deterministic apply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失败后从相同窗口恢复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84AEE-5A41-4147-B131-A9EE9F79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SLOW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F54D2-E972-41BB-8AC4-21378C9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Face / Volume / Root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B31A9-DBDF-4500-A2E4-637EE3F0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 Point / Line 证据积累：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AD875-FDCA-469F-97CE-0345B26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同域稳定模式形成 Face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跨域重复结构形成 Volume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当前整体模型形成至多一个 Root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• 输入不足时保持 degraded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459B9-5E88-4561-A674-00BE3310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增量更新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B76B6-6D3D-40AD-A7B5-75E5455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4C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4CC4"/>
                </a:solidFill>
                <a:latin typeface="PingFang SC"/>
                <a:ea typeface="PingFang SC"/>
                <a:cs typeface="PingFang SC"/>
              </a:rPr>
              <a:t>结构提升</a:t>
            </a:r>
          </a:p>
        </p:txBody>
      </p:sp>
    </p:spTree>
    <p:extLst>
      <p:ext uri="{BB962C8B-B14F-4D97-AF65-F5344CB8AC3E}">
        <p14:creationId xmlns:p14="http://schemas.microsoft.com/office/powerpoint/2010/main" val="1410970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C491D-8E1F-4947-8A4A-93D3985A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19A03-1893-4486-A7B5-4842482C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160CFD-4889-4EBC-8EE6-64A7E7F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自进化不是自我改写，而是可审计的持续更新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B307F-73EA-4485-B033-93B60AB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1183A-9829-4ED6-A1F2-80F1A7B6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80BDF-128C-4E9E-B946-D0216E3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3F490-ECA1-4439-8BE6-B381AA5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新证据进入后，模型经过提议、校验、应用与结构刷新；旧版本仍然可追溯。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51DB7-1B99-4C3E-8C28-F6839DD7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D4854-B4AD-4C2B-B9EE-A6C8325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99807-B363-4028-A473-F475B34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19DEB-D25E-4194-9FD6-4B1AC94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C4E3D-C24A-45EA-8D17-5AF8FDC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新增 S1 / Timeline 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5550A-81DF-463E-A63A-A165195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C7809-E0ED-41A7-8DBF-D02CC400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0EBB4-F0DC-464E-B101-B513858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propose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FBB8D-DF55-4B43-AFFB-141F5872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memory_delta 提议 Point /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AE721-1312-40F6-9DD5-05EBEBF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61460-2372-4694-89E9-F89CB19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96CD7-3718-4B1E-A2E1-FF73D327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E1C0-1FC8-48D8-9AE8-5754ACB8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证据 / identity / predicate / confidence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70CE1-6005-4921-AA71-E4FD12C6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CC655-E4C1-4BD8-A5B1-F57B4F86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3D97D-3625-4BFE-813C-F844CAE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evolve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7000C-E17A-4A1B-B0E8-8B57F86E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delta_apply + Face / Volume / Root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53736-499F-46A7-A100-D460B23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66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1EE1B-4477-4F8E-8F22-ED6FCC3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有界更新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E9A0C9-F317-4C8B-8522-5FD8BEA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833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 Point 保留历史，更新通过 supersedes 成为当前头  ·  新 Root 仅在有效时替换旧 Root  ·  失败则 degraded，不伪造</a:t>
            </a:r>
          </a:p>
        </p:txBody>
      </p:sp>
    </p:spTree>
    <p:extLst>
      <p:ext uri="{BB962C8B-B14F-4D97-AF65-F5344CB8AC3E}">
        <p14:creationId xmlns:p14="http://schemas.microsoft.com/office/powerpoint/2010/main" val="7079130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98B53-D71B-4EA7-A9A5-7A2AC19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98C77-AA03-44D5-9ABB-08BA4C3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97F3A6-5581-493C-96E2-BC92F6A2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五种几何，代表五种理解深度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78793-DC3D-4F72-A9C7-144051BB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9A216-AF14-4246-827C-0945C30B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345F9-54DF-428E-87F0-C7FF198F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268ceaa174405"/>
          <a:stretch xmlns:a="http://schemas.openxmlformats.org/drawingml/2006/main"/>
        </p:blipFill>
        <p:spPr>
          <a:xfrm xmlns:a="http://schemas.openxmlformats.org/drawingml/2006/main">
            <a:off x="1949538" y="1390650"/>
            <a:ext cx="8292925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727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D9E22-A50C-431E-A0D3-49C2853E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C5DED-1D23-42A0-99AE-8BC07D4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1D8581-FF61-4DAD-AC36-7A229C45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重要结论必须能回到证据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98E30-2303-4098-A148-7AA6327E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351F6-0ED0-4394-B216-DC8A668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FB7B6-0EF8-409E-B524-89E4E621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254C-7AD7-4370-A815-8AB80A5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“模型说过”不是证据；每条重要判断都需要来源、上下文与历史。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59B83-E6AE-4BE4-BCB5-48463D1B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B2E66-998A-474B-9828-ED40692E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B1924-E3C8-4B49-A16C-863A9AE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0BBF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260F7-58B9-4C99-8128-76A1D92C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0DBEC-7361-426F-AE5B-91CE7FB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原始 S1 /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4A2F0-8577-4D37-A9DF-9A979BD1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5A012-9EE2-41E4-BEAA-B03DE091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Point /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CB57C-C29B-4285-B4A8-846A3BA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当前判断 + receipt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F3BFD-A12D-4E33-9A34-7B74C525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D94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811C8-07DC-4C5B-A0BF-4B394B14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Face / Root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E9558-45A3-4CE1-B6FF-68376DF3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聚合 source_receipts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8988A-F2FF-4EFF-9B7D-59DB4B3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3AC7E-811D-41D5-AA59-37486EA4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DC31D-E9F0-445E-9E0A-6EB8574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DB434-D592-4D35-B97E-A83579A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C95CA-AB3E-456B-AC78-D66F39AC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更新不是覆盖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B997B-3070-40A5-A94A-4FD94B4E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supersede / retype / merge / revoke 保留旧状态与来源，使变化可审计、可回退。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B73A9-4D53-401B-B2FB-F2EED009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140D5-D7C1-419C-94A6-8CFD259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481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EVIDENCE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D3E925-ACDA-45CF-A2A9-AC3109E3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来源、附近上下文、历史分开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518530-B021-48DB-B07A-4266246F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82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 sources、time-adjacent context、Point predecessor/successor 不混为一谈。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757413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C491D-8E1F-4947-8A4A-93D3985A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19A03-1893-4486-A7B5-4842482C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MODEL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160CFD-4889-4EBC-8EE6-64A7E7F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可靠性来自一条写入路径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B307F-73EA-4485-B033-93B60AB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1183A-9829-4ED6-A1F2-80F1A7B6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80BDF-128C-4E9E-B946-D0216E3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3F490-ECA1-4439-8BE6-B381AA5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同一个 session-model service 被 active flush、finalizer、retry、CLI 与 model build 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51DB7-1B99-4C3E-8C28-F6839DD7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D4854-B4AD-4C2B-B9EE-A6C8325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99807-B363-4028-A473-F475B34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19DEB-D25E-4194-9FD6-4B1AC94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persist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C4E3D-C24A-45EA-8D17-5AF8FDC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先写 memory_delta 审计行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5550A-81DF-463E-A63A-A165195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C7809-E0ED-41A7-8DBF-D02CC400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0EBB4-F0DC-464E-B101-B513858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FBB8D-DF55-4B43-AFFB-141F5872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证据 / identity / predicate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AE721-1312-40F6-9DD5-05EBEBF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61460-2372-4694-89E9-F89CB19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96CD7-3718-4B1E-A2E1-FF73D327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apply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E1C0-1FC8-48D8-9AE8-5754ACB8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确定性写入 Point / 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70CE1-6005-4921-AA71-E4FD12C6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CC655-E4C1-4BD8-A5B1-F57B4F86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3D97D-3625-4BFE-813C-F844CAE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bookmark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7000C-E17A-4A1B-B0E8-8B57F86E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05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成功后推进 delta_end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53736-499F-46A7-A100-D460B23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66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1EE1B-4477-4F8E-8F22-ED6FCC3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失败语义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E9A0C9-F317-4C8B-8522-5FD8BEA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833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Apply 失败：不推进 bookmark，下次重试同一窗口  ·  语义阶段失败：标记 degraded，不伪造几何  ·  进程竞争：flock 协调</a:t>
            </a:r>
          </a:p>
        </p:txBody>
      </p:sp>
    </p:spTree>
    <p:extLst>
      <p:ext uri="{BB962C8B-B14F-4D97-AF65-F5344CB8AC3E}">
        <p14:creationId xmlns:p14="http://schemas.microsoft.com/office/powerpoint/2010/main" val="707913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9B4A7-2D6E-41E5-AB0B-4592ED9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34488-80AD-4470-A04F-DBEA7C5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CONNECTION LAYER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6EE933-A73E-4506-A231-CB6E3675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连接层只提供上下文，不代替授权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A9E01-2AE4-48AE-9CCD-61EC76CE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00D10-E97D-42E2-AD93-AFE1F72B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7A43E-FCF8-4643-9ECB-30BE7AB6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D2A18-4142-4C52-9DC4-3F23231C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7170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A25EA-E330-4216-92E7-38B65C85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LOCAL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AB34B-6B0F-4EEF-B742-B6CEA0DE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一个模型，四个访问面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FC01C-2B15-49A5-8B3F-5263F4E6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8F189-8BDF-4E56-A927-C28A5C26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versioned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C9D3A-F76D-4FF4-90F4-E9B057C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30070-8372-401A-AD54-66193E50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DF34A-512A-4AE2-B102-9AD151E0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检索 / provenance / correction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5DED8-D235-42A2-B9FC-11930E2C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3E216-77D9-41C2-94EF-6762866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/model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4777B-64D0-4B3B-8B0C-5B0B7D80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owner-local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FDD22-C4C8-4FAE-9B99-4DA1652F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F77DE-82EC-49E7-8F06-CA66BED1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CLI + HUMAN.md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B9DC1-B904-4B4F-A977-1A99AEC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操作与阅读投影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271F6-3314-454D-A56E-0F31E27D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TRUST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0B0EC-031A-464F-9205-48787B84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连接是个人数据能力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C5C24-34D6-46E8-A546-8482B43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A0A0A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0A0A0A"/>
                </a:solidFill>
                <a:latin typeface="Menlo"/>
                <a:ea typeface="Menlo"/>
                <a:cs typeface="Menlo"/>
              </a:rPr>
              <a:t>loopback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FB58A-83B4-4684-9A2F-9F37F4BF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HTTP 仅绑定本机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7825D-10DB-411C-9CB6-CBC5D0C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6AF57-A9CF-4670-83ED-617FC48B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A0A0A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0A0A0A"/>
                </a:solidFill>
                <a:latin typeface="Menlo"/>
                <a:ea typeface="Menlo"/>
                <a:cs typeface="Menlo"/>
              </a:rPr>
              <a:t>bearer / stdio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FBC2A-40B3-4CF0-8950-620F583A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受信任客户端显式连接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081964-BBDF-4C50-A84F-747BE67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A1C24-369E-4853-80A2-A90CE2C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A0A0A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0A0A0A"/>
                </a:solidFill>
                <a:latin typeface="Menlo"/>
                <a:ea typeface="Menlo"/>
                <a:cs typeface="Menlo"/>
              </a:rPr>
              <a:t>one-use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90775-F45E-49DD-980C-999192AF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52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短时能力换取本地页面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CF3AF3-52D2-4208-A9D8-6FB2254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AE4AF-5D90-4760-9715-7227408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00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5264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05264"/>
                </a:solidFill>
                <a:latin typeface="Menlo"/>
                <a:ea typeface="Menlo"/>
                <a:cs typeface="Menlo"/>
              </a:rPr>
              <a:t>no actuation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343EB8-6D6F-4C6C-858B-50062BB7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19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不点击、不发消息、不执行任务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6C9BE-9D16-40B0-A011-C6C4521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197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4CC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4CC4"/>
                </a:solidFill>
                <a:latin typeface="PingFang SC"/>
                <a:ea typeface="PingFang SC"/>
                <a:cs typeface="PingFang SC"/>
              </a:rPr>
              <a:t>Agent 负责工作；外部动作仍由用户和客户端策略授权。</a:t>
            </a:r>
          </a:p>
        </p:txBody>
      </p:sp>
    </p:spTree>
    <p:extLst>
      <p:ext uri="{BB962C8B-B14F-4D97-AF65-F5344CB8AC3E}">
        <p14:creationId xmlns:p14="http://schemas.microsoft.com/office/powerpoint/2010/main" val="1740440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F7EBF-CCA7-4F02-9B03-75C14935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77C9D-DDAC-41B3-831E-50B930C0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B7E593-8305-4E90-9C97-D1B7FD4C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Demo：让 Agent 沿着证据接手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34047-24CB-4CBA-878C-5AA5B0AD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55730-CC4D-4D6B-950A-608B2F7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0C2FF-91A5-4057-BE17-FA2BF114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b7b0466b74341"/>
          <a:stretch xmlns:a="http://schemas.openxmlformats.org/drawingml/2006/main"/>
        </p:blipFill>
        <p:spPr>
          <a:xfrm xmlns:a="http://schemas.openxmlformats.org/drawingml/2006/main">
            <a:off x="5257800" y="1964764"/>
            <a:ext cx="6534150" cy="370952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D8246-3349-47DD-A575-12958BC7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DACAD-8E95-456C-9A26-C02F1D04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287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现在我正在做什么？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33AD5-4D51-4118-AEE5-A1013B3C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current_context / attention_trajectory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117B4-E30B-4A27-A381-19A3B571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BC971-B350-4F4D-BD4E-E386C2D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BFF6C-13BA-4815-8377-F6A50A4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为什么上次停在这里？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18EE3-4447-420E-90D5-EBA40F4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search → related_events → receipt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4DED8-954B-48F3-A3EC-261D54C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5F7FE-3439-406C-A0D1-4C58B50E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7656D-BE04-4C9F-BB6D-64A7377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这条结论错了，纠正它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0B16-03AC-46F3-9A64-24E40739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correct_memory → history preserved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22602-81FA-4096-8D99-F66D5F97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9533F-1B39-46F1-A6B3-56872282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Demo 成功标准：连续性 · 证据 · 纠正 · 边界</a:t>
            </a:r>
          </a:p>
        </p:txBody>
      </p:sp>
    </p:spTree>
    <p:extLst>
      <p:ext uri="{BB962C8B-B14F-4D97-AF65-F5344CB8AC3E}">
        <p14:creationId xmlns:p14="http://schemas.microsoft.com/office/powerpoint/2010/main" val="1862703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80BBD-A48B-474F-8A81-F02D7623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86BAD-0B21-4540-B25D-ADD6E3D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APPLICATIONS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F9A952-95CB-43B7-AB95-87978DBF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量子研发值得验证的不是“搜索”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92662-AD32-457E-B3BF-584D918C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06C42-C167-478F-9FB3-E8F082A7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BBAE4-3AE3-47E0-8605-2B408D9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86AA6-1246-4BE9-BF54-43BB970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0A2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101C2-573F-4EF5-BB4B-0FF4022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C5B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C5B00"/>
                </a:solidFill>
                <a:latin typeface="PingFang SC"/>
                <a:ea typeface="PingFang SC"/>
                <a:cs typeface="PingFang SC"/>
              </a:rPr>
              <a:t>待验证场景 · 非客户结论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4BD6-E9C2-4B43-AEAF-8CD82848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更关键的问题是：接手者能否知道“为什么做到这里”。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D2F32-2BE2-460F-80DA-09287406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49C5B-5B17-47CC-ADF2-26AE65E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9C48A-6ACC-4273-A1F9-778768D4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研究 / 工程交接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B3584-51F9-4238-8CB8-4982A642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124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目标、当前进度、关键决策、约束、下一步与来源，能否减少负责人反复 briefing？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21C0E-7FB3-4348-B67C-401FAAAB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CB3DB-BDF6-4024-BFD1-8B87559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AB9AB-8D10-469D-8BE6-5249049D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实验与代码的决策追踪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DA265-9B3C-4458-839D-7CF5F09B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3124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能否保留“为什么这样设计、依据是什么、哪条新证据改变了判断”？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4512E-1E49-4636-A35F-DF93B658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00BED-8328-4393-A370-5CD21BB2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C5BFB-10B9-474D-A260-E7461A30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同一研究者的多 Agent 协作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FDFAC-2AAA-45FA-9AC8-EBA84D1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3124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论文阅读、代码实现、实验分析和写作，能否共享同一份用户拥有的上下文？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65E8F-E803-4A1A-AD9F-53883E5B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共同目标：从“找得到文档”推进到“接得住工作状态”。</a:t>
            </a:r>
          </a:p>
        </p:txBody>
      </p:sp>
    </p:spTree>
    <p:extLst>
      <p:ext uri="{BB962C8B-B14F-4D97-AF65-F5344CB8AC3E}">
        <p14:creationId xmlns:p14="http://schemas.microsoft.com/office/powerpoint/2010/main" val="166201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B7511-ED43-4CEB-AAB7-42D018D5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04069-6A03-4CE7-A802-4FBB3B2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APPLICATIONS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0A821C-EEED-4512-9F56-9F00D32F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把研究思路蒸馏成可校准的实验闭环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61002-B38A-433F-8581-5BCE0FF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5B059-2EEB-4428-8976-FEA2219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638E1-EF60-4151-989C-BBE5667E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312D7-61D9-4E6E-A30B-0198E2D3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68FE8-74DC-4F7D-81A6-0AD3EF6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BF8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18D08-E040-4D37-A645-22BAA61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BF83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7437C-F00E-452E-90B6-5C458675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论文 / 代码 /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实验记录 / 讨论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41B8D-1FE0-48B6-8790-3B0F03FA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保留来源与时间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00D66-8F4E-4343-A3A4-78A7ADD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370B9-EC04-4953-BAFD-E1373E3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71430-80E0-420A-9D04-E2A6FCC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33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PERSONAL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673AF-AB02-4348-A7CF-C04FF4A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目标 / 假设 /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路径 / 判断边界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74C71-8760-460A-8DC4-F0BFA69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290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带证据、可纠正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721E3-1894-41F7-9517-DD40096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94577-9F64-4275-8DCF-16DD6363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C4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891C7-401C-489D-854A-B302B8E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33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61FBC-5093-4437-9E2C-4B7784EF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43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设计 / 执行 /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分析 / 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A3E4C-90AA-4323-B214-34B30E27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290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沿授权上下文工作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F9033-BEBB-43A5-98F6-238BAE1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62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B4239-0B9A-44D1-8C96-AB8799A3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43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22E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3B80D-770D-4D42-AD7B-78C9BD9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33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A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A22E"/>
                </a:solidFill>
                <a:latin typeface="Helvetica Neue"/>
                <a:ea typeface="Helvetica Neue"/>
                <a:cs typeface="Helvetica Neue"/>
              </a:rPr>
              <a:t>RESEARCHER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E8F12-AB15-4B9B-8832-0714F9F7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校准方向 /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确认结果 / 决策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B3157-1F68-4A1C-B849-D3F4E6B9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2907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保留最终责任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DAF0D-F40A-47F7-9760-8B36C173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29200"/>
            <a:ext cx="720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0820A-67BD-40F1-AB8B-735E815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7685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研究者的纠正进入历史 → 下一次委派从更好的模型开始</a:t>
            </a:r>
          </a:p>
        </p:txBody>
      </p:sp>
    </p:spTree>
    <p:extLst>
      <p:ext uri="{BB962C8B-B14F-4D97-AF65-F5344CB8AC3E}">
        <p14:creationId xmlns:p14="http://schemas.microsoft.com/office/powerpoint/2010/main" val="177679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7B56C-3CA9-4F2A-9BEA-A6F8CFBD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F01C7-CB6A-41FB-AAC9-B63CEE9E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APPLICATIONS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B849E-6F85-4333-9989-E616B586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未来价值：先让一次交接变得可验证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76024-CCBE-4BF5-A937-3E90E76A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AC022-8C7F-48B3-904A-7C7F5651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293F4-5D6C-48AB-A758-EF88A42C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9CCCA-B90F-4727-9BCE-05D502B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不先做完整企业平台；从一个人、一个工作流、一个高代价断点开始。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35AC4-3E11-4D95-8EA3-1ABD583C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DAA8C-17C9-494A-BD1C-46E4AD2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个人连续性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9B003-AE73-421D-A8C6-6826093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减少重复 briefing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恢复目标、进度与下一步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9ADC0-D52E-499E-B0C0-6C1E216C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C4185-8A4E-41E6-BAC7-CB50FD2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C3E9F-1DC3-4DF6-B089-7FDFC31E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19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 Agent 协作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F9A7D-E4FE-4BFF-8B70-08B39CB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共享一份用户拥有的上下文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纠正一次，多处受益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4907F-C0D0-4FD4-ACE5-5096F149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BC376-64F6-419D-8F43-32C4AB9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4CC4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D6ED8-E430-47DD-A746-98F5899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研究协作基础设施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DDCFD-2A76-4AFD-9E71-760E3DFE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跨工具、跨角色、跨实验周期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形成可审计的工作状态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95B14-A671-49B7-8154-3E8AAD57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81463-70D0-480A-8C25-66CB83D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小规模验证指标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FA0EA-49BF-48FF-897D-5456C15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rPr>
              <a:t>briefing 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749BE-584F-42F9-8F0D-967CEB4F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63743-F6FD-449A-A340-856EA079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33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rPr>
              <a:t>错误上下文率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1205C-AEB0-40EE-9AED-562F132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42A3B-6251-4338-A90B-7DBC6D38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rPr>
              <a:t>接手成功率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2F506-86DA-4A54-AAE1-8BECDE69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A1AD4-B9C2-47FE-9D45-D9EBE858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1E6"/>
                </a:solidFill>
                <a:latin typeface="PingFang SC"/>
                <a:ea typeface="PingFang SC"/>
                <a:cs typeface="PingFang SC"/>
              </a:rPr>
              <a:t>重复使用率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9A0F9-372C-441B-A72C-92C7DB4B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13911313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7BCF5-DBEA-4CD4-B6E6-407D755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3EA30-7D8C-4490-8A7D-DB5D4EE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D7C75-7240-4E22-B006-5EA1DA4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63ED0-93C0-470A-BEDB-677D109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先找到最昂贵的上下文断点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C06C4-5CA5-4B66-ADC1-401D50D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8136-A5BB-4A05-8B47-06A6EC44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你们最常在哪一种交接中丢失上下文？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CF428-0483-4307-A1EF-7A524989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D0ACA-E28F-42A1-8408-36AD5D9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哪类判断最重要，却最难通过文档或搜索恢复？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A9ACC-8B6D-475E-AA0D-60B344B9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08859-D19B-4F2B-9C18-908B326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如果做一个两周实验，什么结果会让它值得继续？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A44D3-7BD3-4E00-9502-BA2139B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47750"/>
            <a:ext cx="28384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922C2-16ED-4AAE-8292-903F88E6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478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PERSOME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FA830-4840-433F-A119-7BE70373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source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first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linked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Correctable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5C659-4DE0-400A-B1A7-11DE62F7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github.com/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Intuition-Lab/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personal-model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17C4E-612D-4819-9CC3-940AD26B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EBBC6-C91C-45EE-83F8-D2EB98BD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PERSOME · PERSONAL MODEL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CF905-8433-435F-A639-9E05A45A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40022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2026-07-31T09:09:26.5930000Z</dcterms:created>
  <dcterms:modified xsi:type="dcterms:W3CDTF">2026-07-31T09:09:26.5930000Z</dcterms:modified>
</coreProperties>
</file>